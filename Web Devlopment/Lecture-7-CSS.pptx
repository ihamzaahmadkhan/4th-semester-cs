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8" r:id="rId5"/>
    <p:sldId id="258" r:id="rId6"/>
    <p:sldId id="259" r:id="rId7"/>
    <p:sldId id="271" r:id="rId8"/>
    <p:sldId id="261" r:id="rId9"/>
    <p:sldId id="263" r:id="rId10"/>
    <p:sldId id="279" r:id="rId11"/>
    <p:sldId id="270" r:id="rId12"/>
    <p:sldId id="260" r:id="rId13"/>
    <p:sldId id="265" r:id="rId14"/>
    <p:sldId id="280" r:id="rId15"/>
    <p:sldId id="281" r:id="rId16"/>
    <p:sldId id="283" r:id="rId17"/>
    <p:sldId id="285" r:id="rId18"/>
    <p:sldId id="262" r:id="rId19"/>
    <p:sldId id="286" r:id="rId20"/>
    <p:sldId id="284" r:id="rId21"/>
    <p:sldId id="264" r:id="rId22"/>
    <p:sldId id="272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 autoAdjust="0"/>
    <p:restoredTop sz="94660"/>
  </p:normalViewPr>
  <p:slideViewPr>
    <p:cSldViewPr snapToGrid="0">
      <p:cViewPr varScale="1">
        <p:scale>
          <a:sx n="63" d="100"/>
          <a:sy n="63" d="100"/>
        </p:scale>
        <p:origin x="9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3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1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14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8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0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78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7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7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0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2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49A99-1573-47A0-9425-4B2F4D90809F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DAEB9-2E51-4623-B8BA-69EC73C9D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Cascading Style Sheets (CSS)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2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Style Sheets (CSS)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CSS define how HTML elements are to be displayed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</a:rPr>
              <a:t>CSS is used to define styles for your web pages, including the design, layout and variations in display for different devices and screen sizes.</a:t>
            </a:r>
          </a:p>
          <a:p>
            <a:r>
              <a:rPr lang="en-US" sz="3200" dirty="0"/>
              <a:t>The separation of structure from content allow a greater manageability and makes changing the style of your document easier</a:t>
            </a:r>
          </a:p>
          <a:p>
            <a:r>
              <a:rPr lang="en-US" sz="3200" dirty="0"/>
              <a:t>CSS allows to specify the style of a HTML element (H1, P, A, etc.) separately from the structure of your document (section header, body text, links,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1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Cascading Style Sheets (CSS)</a:t>
            </a:r>
            <a:br>
              <a:rPr lang="en-US" dirty="0"/>
            </a:br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CSS rule consists of a selector and a declaration block.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C7D01-7CC7-447C-BE45-E5FE47D8D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087" y="2316480"/>
            <a:ext cx="7974352" cy="416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CC5D-18E3-4756-A5A2-378A9C7F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Style Sheets (CSS)</a:t>
            </a:r>
            <a:br>
              <a:rPr lang="en-US" dirty="0"/>
            </a:br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B96DA-8065-4F72-98A8-FEBCC088C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h1 is a selector in CSS (it points to the HTML element you want to style: &lt;h1&gt;).</a:t>
            </a:r>
          </a:p>
          <a:p>
            <a:r>
              <a:rPr lang="en-US" dirty="0"/>
              <a:t>color is a property, and blue is the property value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06593F-7113-48B7-A6F2-7DC6BBEA2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67" y="1868498"/>
            <a:ext cx="8626793" cy="213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6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CSS: Styling Methods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CSS styling can be added to HTML elements in 3 different ways:</a:t>
            </a:r>
          </a:p>
          <a:p>
            <a:r>
              <a:rPr lang="en-US" dirty="0"/>
              <a:t>Inline:</a:t>
            </a:r>
          </a:p>
          <a:p>
            <a:pPr lvl="1"/>
            <a:r>
              <a:rPr lang="en-US" dirty="0"/>
              <a:t>Using a style attribute in HTML elements or tags</a:t>
            </a:r>
          </a:p>
          <a:p>
            <a:r>
              <a:rPr lang="en-US" dirty="0"/>
              <a:t>Internal:</a:t>
            </a:r>
          </a:p>
          <a:p>
            <a:pPr lvl="1"/>
            <a:r>
              <a:rPr lang="en-US" dirty="0"/>
              <a:t>Using a &lt;style&gt; &lt;/style&gt; elements in the HTML &lt;head&gt; section</a:t>
            </a:r>
          </a:p>
          <a:p>
            <a:r>
              <a:rPr lang="en-US" dirty="0"/>
              <a:t>External:</a:t>
            </a:r>
          </a:p>
          <a:p>
            <a:pPr lvl="1"/>
            <a:r>
              <a:rPr lang="en-US" dirty="0"/>
              <a:t>Using one or more external CSS files</a:t>
            </a:r>
          </a:p>
        </p:txBody>
      </p:sp>
    </p:spTree>
    <p:extLst>
      <p:ext uri="{BB962C8B-B14F-4D97-AF65-F5344CB8AC3E}">
        <p14:creationId xmlns:p14="http://schemas.microsoft.com/office/powerpoint/2010/main" val="102170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Styles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Inline styling is useful for applying a unique style to a single HTML element</a:t>
            </a:r>
          </a:p>
          <a:p>
            <a:r>
              <a:rPr lang="en-US" dirty="0"/>
              <a:t>Individual element’s style defined using STYLE attribute</a:t>
            </a:r>
          </a:p>
          <a:p>
            <a:r>
              <a:rPr lang="en-US" dirty="0"/>
              <a:t>Each CSS property followed by a colon and the value of that attribute</a:t>
            </a:r>
          </a:p>
          <a:p>
            <a:r>
              <a:rPr lang="en-US" dirty="0"/>
              <a:t>Multiple properties are separated by semicolons</a:t>
            </a:r>
          </a:p>
          <a:p>
            <a:pPr lvl="1"/>
            <a:r>
              <a:rPr lang="en-US" dirty="0"/>
              <a:t>&lt;p style = “font-size: 20 </a:t>
            </a:r>
            <a:r>
              <a:rPr lang="en-US" dirty="0" err="1"/>
              <a:t>pt</a:t>
            </a:r>
            <a:r>
              <a:rPr lang="en-US" dirty="0"/>
              <a:t>; color: #0000FF”&gt;</a:t>
            </a:r>
          </a:p>
          <a:p>
            <a:r>
              <a:rPr lang="en-US" dirty="0"/>
              <a:t>Inline styles override any other styles</a:t>
            </a:r>
          </a:p>
        </p:txBody>
      </p:sp>
    </p:spTree>
    <p:extLst>
      <p:ext uri="{BB962C8B-B14F-4D97-AF65-F5344CB8AC3E}">
        <p14:creationId xmlns:p14="http://schemas.microsoft.com/office/powerpoint/2010/main" val="4199244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42" y="537225"/>
            <a:ext cx="6210300" cy="2695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947" y="3366853"/>
            <a:ext cx="67722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7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Styles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Internal Style sheet are set in header section and apply  to the whole document</a:t>
            </a:r>
          </a:p>
          <a:p>
            <a:r>
              <a:rPr lang="en-US" dirty="0"/>
              <a:t>It begins with &lt;STYLE TYPE = “text/</a:t>
            </a:r>
            <a:r>
              <a:rPr lang="en-US" dirty="0" err="1"/>
              <a:t>css</a:t>
            </a:r>
            <a:r>
              <a:rPr lang="en-US" dirty="0"/>
              <a:t>”&gt;</a:t>
            </a:r>
          </a:p>
          <a:p>
            <a:r>
              <a:rPr lang="en-US" dirty="0"/>
              <a:t>TYPE attribute is set to “text/</a:t>
            </a:r>
            <a:r>
              <a:rPr lang="en-US" dirty="0" err="1"/>
              <a:t>css</a:t>
            </a:r>
            <a:r>
              <a:rPr lang="en-US" dirty="0"/>
              <a:t>” MIME </a:t>
            </a:r>
            <a:r>
              <a:rPr lang="fr-FR" dirty="0"/>
              <a:t>(Multipurpose Internet Mail Extension) type</a:t>
            </a:r>
          </a:p>
          <a:p>
            <a:pPr lvl="1"/>
            <a:r>
              <a:rPr lang="en-US" dirty="0"/>
              <a:t>MIME is a standard for specifying the format of content</a:t>
            </a:r>
          </a:p>
          <a:p>
            <a:pPr lvl="2"/>
            <a:r>
              <a:rPr lang="en-US" dirty="0"/>
              <a:t>Other MIME types include text/html, image/gif and text/</a:t>
            </a:r>
            <a:r>
              <a:rPr lang="en-US" dirty="0" err="1"/>
              <a:t>javascript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37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Styles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Declare CSS rules within STYLE element</a:t>
            </a:r>
          </a:p>
          <a:p>
            <a:r>
              <a:rPr lang="en-US" dirty="0"/>
              <a:t>Each rule body begins and ends with a curly brace ({ and })</a:t>
            </a:r>
          </a:p>
          <a:p>
            <a:r>
              <a:rPr lang="en-US" dirty="0"/>
              <a:t>Class declarations are preceded with a period and applied to elements only of that specific class</a:t>
            </a:r>
          </a:p>
          <a:p>
            <a:r>
              <a:rPr lang="en-US" dirty="0"/>
              <a:t>Each property is followed by a colon and the value of the property</a:t>
            </a:r>
          </a:p>
          <a:p>
            <a:r>
              <a:rPr lang="en-US" dirty="0"/>
              <a:t>Multiple properties are separated by semicolons</a:t>
            </a:r>
          </a:p>
          <a:p>
            <a:r>
              <a:rPr lang="en-US" dirty="0"/>
              <a:t>Declare rules for the EM, H1 and P elements</a:t>
            </a:r>
          </a:p>
          <a:p>
            <a:r>
              <a:rPr lang="en-US" dirty="0"/>
              <a:t>Will be modified in the specified manner – universal formatting</a:t>
            </a:r>
          </a:p>
        </p:txBody>
      </p:sp>
    </p:spTree>
    <p:extLst>
      <p:ext uri="{BB962C8B-B14F-4D97-AF65-F5344CB8AC3E}">
        <p14:creationId xmlns:p14="http://schemas.microsoft.com/office/powerpoint/2010/main" val="356245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Styles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body of the STYLE sheet includes</a:t>
            </a:r>
          </a:p>
          <a:p>
            <a:pPr lvl="1"/>
            <a:r>
              <a:rPr lang="en-US" dirty="0"/>
              <a:t>EM {background-color: #8000FF; color: white}</a:t>
            </a:r>
          </a:p>
          <a:p>
            <a:pPr lvl="1"/>
            <a:r>
              <a:rPr lang="en-US" dirty="0"/>
              <a:t>H1 {font-family: Arial, sans-serif}</a:t>
            </a:r>
          </a:p>
          <a:p>
            <a:pPr lvl="1"/>
            <a:r>
              <a:rPr lang="en-US" dirty="0"/>
              <a:t>P {font-size: 18pt}</a:t>
            </a:r>
          </a:p>
        </p:txBody>
      </p:sp>
    </p:spTree>
    <p:extLst>
      <p:ext uri="{BB962C8B-B14F-4D97-AF65-F5344CB8AC3E}">
        <p14:creationId xmlns:p14="http://schemas.microsoft.com/office/powerpoint/2010/main" val="166037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12" y="185737"/>
            <a:ext cx="6629400" cy="6486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185737"/>
            <a:ext cx="64198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5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8399"/>
            <a:ext cx="5181600" cy="373856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background-color</a:t>
            </a:r>
          </a:p>
          <a:p>
            <a:r>
              <a:rPr lang="en-US" dirty="0"/>
              <a:t>border-width</a:t>
            </a:r>
          </a:p>
          <a:p>
            <a:r>
              <a:rPr lang="en-US" dirty="0"/>
              <a:t>border-color</a:t>
            </a:r>
          </a:p>
          <a:p>
            <a:r>
              <a:rPr lang="en-US" dirty="0"/>
              <a:t>Padding</a:t>
            </a:r>
          </a:p>
          <a:p>
            <a:r>
              <a:rPr lang="en-US" dirty="0"/>
              <a:t>font-family</a:t>
            </a:r>
          </a:p>
          <a:p>
            <a:r>
              <a:rPr lang="en-US" dirty="0" err="1"/>
              <a:t>Fontsize</a:t>
            </a:r>
            <a:r>
              <a:rPr lang="en-US" dirty="0"/>
              <a:t>, font-style, font-weight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5D9E6-6C67-44CF-8E33-D188BCCB7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96539"/>
            <a:ext cx="5181600" cy="3380423"/>
          </a:xfrm>
        </p:spPr>
        <p:txBody>
          <a:bodyPr>
            <a:normAutofit/>
          </a:bodyPr>
          <a:lstStyle/>
          <a:p>
            <a:r>
              <a:rPr lang="en-US" dirty="0"/>
              <a:t>background-image</a:t>
            </a:r>
          </a:p>
          <a:p>
            <a:r>
              <a:rPr lang="en-US" dirty="0"/>
              <a:t>text-align</a:t>
            </a:r>
          </a:p>
          <a:p>
            <a:r>
              <a:rPr lang="en-US" dirty="0"/>
              <a:t>text-decoration, vertical-align</a:t>
            </a:r>
          </a:p>
          <a:p>
            <a:r>
              <a:rPr lang="en-US" dirty="0"/>
              <a:t>Visibility</a:t>
            </a:r>
          </a:p>
          <a:p>
            <a:r>
              <a:rPr lang="en-US" dirty="0"/>
              <a:t>overflow</a:t>
            </a:r>
          </a:p>
          <a:p>
            <a:r>
              <a:rPr lang="en-US" dirty="0"/>
              <a:t>....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C7C3FB-3F61-4AE7-8AD4-7D745511C8F3}"/>
              </a:ext>
            </a:extLst>
          </p:cNvPr>
          <p:cNvSpPr/>
          <p:nvPr/>
        </p:nvSpPr>
        <p:spPr>
          <a:xfrm>
            <a:off x="922020" y="1630680"/>
            <a:ext cx="10035540" cy="7239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following properties can be set on any HTML tag in a document.</a:t>
            </a:r>
          </a:p>
        </p:txBody>
      </p:sp>
    </p:spTree>
    <p:extLst>
      <p:ext uri="{BB962C8B-B14F-4D97-AF65-F5344CB8AC3E}">
        <p14:creationId xmlns:p14="http://schemas.microsoft.com/office/powerpoint/2010/main" val="846483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CSS properties</a:t>
            </a:r>
            <a:br>
              <a:rPr lang="en-US" dirty="0"/>
            </a:br>
            <a:r>
              <a:rPr lang="en-US" dirty="0"/>
              <a:t>Internal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Font-size property</a:t>
            </a:r>
          </a:p>
          <a:p>
            <a:pPr lvl="1"/>
            <a:r>
              <a:rPr lang="en-US" dirty="0"/>
              <a:t>Relative sizes: xx-small, x-small, small, smaller, medium, large, larger, </a:t>
            </a:r>
            <a:r>
              <a:rPr lang="en-US" dirty="0" err="1"/>
              <a:t>xlarge</a:t>
            </a:r>
            <a:r>
              <a:rPr lang="en-US" dirty="0"/>
              <a:t> and xx-large</a:t>
            </a:r>
          </a:p>
          <a:p>
            <a:r>
              <a:rPr lang="en-US" dirty="0"/>
              <a:t>Styles applied to an element (the parent element)</a:t>
            </a:r>
          </a:p>
          <a:p>
            <a:pPr lvl="1"/>
            <a:r>
              <a:rPr lang="en-US" dirty="0"/>
              <a:t>Also apply to the elements inside that element (child elements)</a:t>
            </a:r>
          </a:p>
        </p:txBody>
      </p:sp>
    </p:spTree>
    <p:extLst>
      <p:ext uri="{BB962C8B-B14F-4D97-AF65-F5344CB8AC3E}">
        <p14:creationId xmlns:p14="http://schemas.microsoft.com/office/powerpoint/2010/main" val="1472317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4C53-0CEC-437C-ABB9-D64FF398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7ADB-4FB4-451B-A989-D502F5EFD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&lt;style&gt;</a:t>
            </a:r>
          </a:p>
          <a:p>
            <a:pPr marL="0" indent="0">
              <a:buNone/>
            </a:pPr>
            <a:r>
              <a:rPr lang="en-US" dirty="0"/>
              <a:t>p {font-size: 26px; color: #FF00FF; </a:t>
            </a:r>
            <a:r>
              <a:rPr lang="en-US" dirty="0" err="1"/>
              <a:t>font-family:Century</a:t>
            </a:r>
            <a:r>
              <a:rPr lang="en-US" dirty="0"/>
              <a:t> Gothic; </a:t>
            </a:r>
            <a:r>
              <a:rPr lang="en-US" dirty="0" err="1"/>
              <a:t>font-style:underline</a:t>
            </a:r>
            <a:r>
              <a:rPr lang="en-US" dirty="0"/>
              <a:t>; </a:t>
            </a:r>
            <a:r>
              <a:rPr lang="en-US" dirty="0" err="1"/>
              <a:t>font-weight:bolder</a:t>
            </a:r>
            <a:r>
              <a:rPr lang="en-US" dirty="0"/>
              <a:t>; text-transform: uppercase; }</a:t>
            </a:r>
          </a:p>
          <a:p>
            <a:pPr marL="0" indent="0">
              <a:buNone/>
            </a:pPr>
            <a:r>
              <a:rPr lang="en-US" dirty="0"/>
              <a:t>&lt;/style&gt;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&lt;h1&gt;</a:t>
            </a:r>
          </a:p>
          <a:p>
            <a:pPr marL="0" indent="0">
              <a:buNone/>
            </a:pPr>
            <a:r>
              <a:rPr lang="en-US" dirty="0"/>
              <a:t>Cascading Style Sheets&lt;/h1&gt;</a:t>
            </a:r>
          </a:p>
          <a:p>
            <a:pPr marL="0" indent="0">
              <a:buNone/>
            </a:pPr>
            <a:r>
              <a:rPr lang="en-US" dirty="0"/>
              <a:t>&lt;p&gt;</a:t>
            </a:r>
          </a:p>
          <a:p>
            <a:pPr marL="0" indent="0">
              <a:buNone/>
            </a:pPr>
            <a:r>
              <a:rPr lang="en-US" dirty="0"/>
              <a:t>The Cascading Style Sheets are designed for fonts</a:t>
            </a:r>
          </a:p>
          <a:p>
            <a:pPr marL="0" indent="0">
              <a:buNone/>
            </a:pPr>
            <a:r>
              <a:rPr lang="en-US" dirty="0"/>
              <a:t>&lt;/p&gt;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C28928-96E5-495F-B295-88CD89596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060" y="3284740"/>
            <a:ext cx="7330440" cy="112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60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C1ED-A738-4EB4-9A7B-A506E483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88C26-1A2F-4BB7-98D4-9AB58C883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used for positioning and formatting content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4765B-D5D8-4920-A37A-7D483C35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07" y="2400300"/>
            <a:ext cx="7910618" cy="3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18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238A9-D908-4F09-A136-794E05F0407E}"/>
              </a:ext>
            </a:extLst>
          </p:cNvPr>
          <p:cNvSpPr/>
          <p:nvPr/>
        </p:nvSpPr>
        <p:spPr>
          <a:xfrm>
            <a:off x="289560" y="0"/>
            <a:ext cx="11833860" cy="3794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&lt;style&gt;</a:t>
            </a:r>
          </a:p>
          <a:p>
            <a:r>
              <a:rPr lang="en-US" dirty="0" err="1"/>
              <a:t>img</a:t>
            </a:r>
            <a:r>
              <a:rPr lang="en-US" dirty="0"/>
              <a:t>{</a:t>
            </a:r>
            <a:r>
              <a:rPr lang="en-US" dirty="0" err="1"/>
              <a:t>float:right</a:t>
            </a:r>
            <a:r>
              <a:rPr lang="en-US" dirty="0"/>
              <a:t>;}</a:t>
            </a:r>
          </a:p>
          <a:p>
            <a:r>
              <a:rPr lang="en-US" dirty="0"/>
              <a:t>p {font-size: 26px; color: #FF040F;}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 &lt;h2&gt;CSS and Images&lt;/h2&gt;</a:t>
            </a:r>
          </a:p>
          <a:p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='flr.jpg'/&gt;</a:t>
            </a:r>
          </a:p>
          <a:p>
            <a:r>
              <a:rPr lang="en-US" dirty="0"/>
              <a:t>&lt;p&gt;This is some text. This is some text. This is some text. This is some text. This is some text. This is some text</a:t>
            </a:r>
          </a:p>
          <a:p>
            <a:r>
              <a:rPr lang="en-US" dirty="0"/>
              <a:t>This is some text. This is some text. This is some text. This is some text. This is some text. This is some text, This is some text.</a:t>
            </a:r>
          </a:p>
          <a:p>
            <a:r>
              <a:rPr lang="en-US" dirty="0"/>
              <a:t>&lt;/P&gt;</a:t>
            </a:r>
          </a:p>
          <a:p>
            <a:r>
              <a:rPr lang="en-US" dirty="0"/>
              <a:t>&lt;/body&gt;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5D7AA-7A02-4422-92A3-5108BF91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046478"/>
            <a:ext cx="11422380" cy="271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82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8DDF-520D-4D85-83D0-967D7D4D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EE4D7-D988-456C-90C6-29A4976D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Colors are specified using predefined color names, or RGB, HEX, HSL values.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140 color names and their Hex values are supported by all browsers</a:t>
            </a:r>
          </a:p>
          <a:p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red,green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blue)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Hex (00ff00)</a:t>
            </a:r>
            <a:endParaRPr lang="en-US" b="1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hsl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hue,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saturation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lightness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Hue is a degree on the color wheel from 0 to 360. 0 (or 360) is red, 120 is green, 240 is blue.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Saturation can be described as the intensity of a color.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Lightness of a color can be described as how much light you want to give the color.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15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multiple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tags with same styling can be done as below</a:t>
            </a:r>
          </a:p>
          <a:p>
            <a:endParaRPr lang="en-US" dirty="0"/>
          </a:p>
          <a:p>
            <a:r>
              <a:rPr lang="en-US" dirty="0"/>
              <a:t>h1, h2, h3 { color: yellow; background-color: black; }</a:t>
            </a:r>
          </a:p>
        </p:txBody>
      </p:sp>
    </p:spTree>
    <p:extLst>
      <p:ext uri="{BB962C8B-B14F-4D97-AF65-F5344CB8AC3E}">
        <p14:creationId xmlns:p14="http://schemas.microsoft.com/office/powerpoint/2010/main" val="4152536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AFFF-CFD2-4342-87BA-F5BD17B1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simple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308F-5D36-40AF-AEEA-849D8467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 (p, h1,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Id (#top, r1,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Class (.</a:t>
            </a:r>
            <a:r>
              <a:rPr lang="en-US" dirty="0" err="1"/>
              <a:t>myclass</a:t>
            </a:r>
            <a:r>
              <a:rPr lang="en-US" dirty="0"/>
              <a:t>)</a:t>
            </a:r>
          </a:p>
          <a:p>
            <a:r>
              <a:rPr lang="en-US" dirty="0"/>
              <a:t>Universal  (*{</a:t>
            </a:r>
            <a:r>
              <a:rPr lang="en-US" dirty="0" err="1"/>
              <a:t>color:red</a:t>
            </a:r>
            <a:r>
              <a:rPr lang="en-US" dirty="0"/>
              <a:t>;})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28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8F047-2CE2-4F8D-806D-FDFC1C67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3464-9B23-4F24-92D0-1E330F6E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*{</a:t>
            </a:r>
            <a:r>
              <a:rPr lang="en-US" dirty="0" err="1"/>
              <a:t>background-color:lightgrey</a:t>
            </a:r>
            <a:r>
              <a:rPr lang="en-US" dirty="0"/>
              <a:t>;}</a:t>
            </a:r>
          </a:p>
          <a:p>
            <a:r>
              <a:rPr lang="en-US" dirty="0"/>
              <a:t>* is used to apply the color to entire page</a:t>
            </a:r>
          </a:p>
          <a:p>
            <a:r>
              <a:rPr lang="en-US" dirty="0"/>
              <a:t>Or </a:t>
            </a:r>
          </a:p>
          <a:p>
            <a:r>
              <a:rPr lang="en-US" dirty="0"/>
              <a:t>*{background-color: </a:t>
            </a:r>
            <a:r>
              <a:rPr lang="en-US" dirty="0" err="1"/>
              <a:t>rgb</a:t>
            </a:r>
            <a:r>
              <a:rPr lang="en-US" dirty="0"/>
              <a:t>(255,0,0);}</a:t>
            </a:r>
          </a:p>
          <a:p>
            <a:r>
              <a:rPr lang="en-US" dirty="0"/>
              <a:t>Or </a:t>
            </a:r>
          </a:p>
          <a:p>
            <a:r>
              <a:rPr lang="en-US" dirty="0"/>
              <a:t>*{background-color:00ff00;}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2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Styles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Declare a style class name blue</a:t>
            </a:r>
          </a:p>
          <a:p>
            <a:pPr lvl="1"/>
            <a:r>
              <a:rPr lang="en-US" dirty="0"/>
              <a:t>Class declaration are preceded with a period and are applied to elements only of that specific class</a:t>
            </a:r>
          </a:p>
          <a:p>
            <a:pPr lvl="1"/>
            <a:r>
              <a:rPr lang="en-US" dirty="0"/>
              <a:t>Class is used in element with CLASS attribute</a:t>
            </a:r>
          </a:p>
          <a:p>
            <a:pPr lvl="1"/>
            <a:r>
              <a:rPr lang="en-US" dirty="0"/>
              <a:t>&lt;P CLASS = “blue”&gt; ------ &lt;/P&gt;</a:t>
            </a:r>
          </a:p>
          <a:p>
            <a:pPr lvl="1"/>
            <a:r>
              <a:rPr lang="en-US" dirty="0"/>
              <a:t>&lt;H1 CLASS = “blue”&gt; ------ &lt;/h1&gt;</a:t>
            </a:r>
          </a:p>
          <a:p>
            <a:pPr lvl="1"/>
            <a:r>
              <a:rPr lang="en-US" dirty="0"/>
              <a:t>The text appears in the properties of both element and the style class</a:t>
            </a:r>
          </a:p>
          <a:p>
            <a:r>
              <a:rPr lang="en-US" dirty="0"/>
              <a:t>Generic font families</a:t>
            </a:r>
          </a:p>
          <a:p>
            <a:pPr lvl="1"/>
            <a:r>
              <a:rPr lang="en-US" dirty="0"/>
              <a:t>Allow you to specify a type of font instead of a specific font</a:t>
            </a:r>
          </a:p>
        </p:txBody>
      </p:sp>
    </p:spTree>
    <p:extLst>
      <p:ext uri="{BB962C8B-B14F-4D97-AF65-F5344CB8AC3E}">
        <p14:creationId xmlns:p14="http://schemas.microsoft.com/office/powerpoint/2010/main" val="4060930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2C44EA-57BF-49D4-A157-73350275D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" y="292417"/>
            <a:ext cx="11077575" cy="5495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054" y="2630992"/>
            <a:ext cx="6600825" cy="216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98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F15C-6CA6-48E7-8BE4-D43B785E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38A7F-ABFC-4908-84FD-029E09564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webpage and format using all the options of CSS covered in lecture </a:t>
            </a:r>
          </a:p>
        </p:txBody>
      </p:sp>
    </p:spTree>
    <p:extLst>
      <p:ext uri="{BB962C8B-B14F-4D97-AF65-F5344CB8AC3E}">
        <p14:creationId xmlns:p14="http://schemas.microsoft.com/office/powerpoint/2010/main" val="4096057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1051</Words>
  <Application>Microsoft Office PowerPoint</Application>
  <PresentationFormat>Widescreen</PresentationFormat>
  <Paragraphs>132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Verdana</vt:lpstr>
      <vt:lpstr>Office Theme</vt:lpstr>
      <vt:lpstr>Cascading Style Sheets (CSS)</vt:lpstr>
      <vt:lpstr>Cascading Style Sheets (CSS) </vt:lpstr>
      <vt:lpstr>Cascading Style Sheets (CSS) Syntax</vt:lpstr>
      <vt:lpstr>Cascading Style Sheets (CSS) Syntax</vt:lpstr>
      <vt:lpstr>CSS: Styling Methods </vt:lpstr>
      <vt:lpstr>Inline Styles </vt:lpstr>
      <vt:lpstr>PowerPoint Presentation</vt:lpstr>
      <vt:lpstr>Internal Styles </vt:lpstr>
      <vt:lpstr>Internal Styles </vt:lpstr>
      <vt:lpstr>Internal Styles </vt:lpstr>
      <vt:lpstr>PowerPoint Presentation</vt:lpstr>
      <vt:lpstr>CSS properties</vt:lpstr>
      <vt:lpstr>CSS properties Internal Styles</vt:lpstr>
      <vt:lpstr>Fonts</vt:lpstr>
      <vt:lpstr>CSS Float</vt:lpstr>
      <vt:lpstr>PowerPoint Presentation</vt:lpstr>
      <vt:lpstr>CSS Colors</vt:lpstr>
      <vt:lpstr>Styling multiple tags</vt:lpstr>
      <vt:lpstr>Types of simple selector</vt:lpstr>
      <vt:lpstr>PowerPoint Presentation</vt:lpstr>
      <vt:lpstr>Internal Styles </vt:lpstr>
      <vt:lpstr>PowerPoint Presentation</vt:lpstr>
      <vt:lpstr>Lab-6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Cascading Style Sheets (CSS)</dc:title>
  <dc:creator>User</dc:creator>
  <cp:lastModifiedBy>haya</cp:lastModifiedBy>
  <cp:revision>28</cp:revision>
  <dcterms:created xsi:type="dcterms:W3CDTF">2021-04-20T16:11:33Z</dcterms:created>
  <dcterms:modified xsi:type="dcterms:W3CDTF">2024-03-20T19:09:54Z</dcterms:modified>
</cp:coreProperties>
</file>